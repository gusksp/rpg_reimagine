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Gasoek One" charset="1" panose="00000000000000000000"/>
      <p:regular r:id="rId27"/>
    </p:embeddedFont>
    <p:embeddedFont>
      <p:font typeface="Barlow" charset="1" panose="00000500000000000000"/>
      <p:regular r:id="rId28"/>
    </p:embeddedFont>
    <p:embeddedFont>
      <p:font typeface="Barlow Bold" charset="1" panose="00000800000000000000"/>
      <p:regular r:id="rId29"/>
    </p:embeddedFont>
    <p:embeddedFont>
      <p:font typeface="Open Sans Bold" charset="1" panose="020B0806030504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64747" y="1028700"/>
            <a:ext cx="13958506" cy="8229600"/>
          </a:xfrm>
          <a:custGeom>
            <a:avLst/>
            <a:gdLst/>
            <a:ahLst/>
            <a:cxnLst/>
            <a:rect r="r" b="b" t="t" l="l"/>
            <a:pathLst>
              <a:path h="8229600" w="13958506">
                <a:moveTo>
                  <a:pt x="0" y="0"/>
                </a:moveTo>
                <a:lnTo>
                  <a:pt x="13958506" y="0"/>
                </a:lnTo>
                <a:lnTo>
                  <a:pt x="1395850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06" t="0" r="-240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64747" y="3481246"/>
            <a:ext cx="15094553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E5571D"/>
                </a:solidFill>
                <a:latin typeface="Gasoek One"/>
                <a:ea typeface="Gasoek One"/>
                <a:cs typeface="Gasoek One"/>
                <a:sym typeface="Gasoek One"/>
              </a:rPr>
              <a:t>RPG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31172" y="6483495"/>
            <a:ext cx="7625655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5F5F5"/>
                </a:solidFill>
                <a:latin typeface="Barlow"/>
                <a:ea typeface="Barlow"/>
                <a:cs typeface="Barlow"/>
                <a:sym typeface="Barlow"/>
              </a:rPr>
              <a:t>Projeto Individual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22243" y="7794769"/>
            <a:ext cx="644351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5F5F5"/>
                </a:solidFill>
                <a:latin typeface="Barlow"/>
                <a:ea typeface="Barlow"/>
                <a:cs typeface="Barlow"/>
                <a:sym typeface="Barlow"/>
              </a:rPr>
              <a:t>Gus Kenzo Shigeoka Paulino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97" y="0"/>
            <a:ext cx="2061795" cy="2061795"/>
          </a:xfrm>
          <a:custGeom>
            <a:avLst/>
            <a:gdLst/>
            <a:ahLst/>
            <a:cxnLst/>
            <a:rect r="r" b="b" t="t" l="l"/>
            <a:pathLst>
              <a:path h="2061795" w="2061795">
                <a:moveTo>
                  <a:pt x="0" y="0"/>
                </a:moveTo>
                <a:lnTo>
                  <a:pt x="2061794" y="0"/>
                </a:lnTo>
                <a:lnTo>
                  <a:pt x="2061794" y="2061795"/>
                </a:lnTo>
                <a:lnTo>
                  <a:pt x="0" y="206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75191" y="4364038"/>
            <a:ext cx="2137618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5F5F5"/>
                </a:solidFill>
                <a:latin typeface="Barlow"/>
                <a:ea typeface="Barlow"/>
                <a:cs typeface="Barlow"/>
                <a:sym typeface="Barlow"/>
              </a:rPr>
              <a:t>Ideia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E5571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5726" y="-73480"/>
            <a:ext cx="18459452" cy="10433959"/>
            <a:chOff x="0" y="0"/>
            <a:chExt cx="4861749" cy="2748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61749" cy="2748039"/>
            </a:xfrm>
            <a:custGeom>
              <a:avLst/>
              <a:gdLst/>
              <a:ahLst/>
              <a:cxnLst/>
              <a:rect r="r" b="b" t="t" l="l"/>
              <a:pathLst>
                <a:path h="2748039" w="4861749">
                  <a:moveTo>
                    <a:pt x="0" y="0"/>
                  </a:moveTo>
                  <a:lnTo>
                    <a:pt x="4861749" y="0"/>
                  </a:lnTo>
                  <a:lnTo>
                    <a:pt x="4861749" y="2748039"/>
                  </a:lnTo>
                  <a:lnTo>
                    <a:pt x="0" y="2748039"/>
                  </a:lnTo>
                  <a:close/>
                </a:path>
              </a:pathLst>
            </a:custGeom>
            <a:solidFill>
              <a:srgbClr val="000000">
                <a:alpha val="6588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61749" cy="2786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4373" y="10360480"/>
            <a:ext cx="1825362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85726" y="10258534"/>
            <a:ext cx="18373726" cy="28466"/>
          </a:xfrm>
          <a:prstGeom prst="line">
            <a:avLst/>
          </a:prstGeom>
          <a:ln cap="flat" w="38100">
            <a:solidFill>
              <a:srgbClr val="E5571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8075191" y="857250"/>
            <a:ext cx="2137618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5F5F5"/>
                </a:solidFill>
                <a:latin typeface="Barlow"/>
                <a:ea typeface="Barlow"/>
                <a:cs typeface="Barlow"/>
                <a:sym typeface="Barlow"/>
              </a:rPr>
              <a:t>Ideia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9395" y="4623752"/>
            <a:ext cx="2729210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Infância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2197" y="0"/>
            <a:ext cx="2061795" cy="2061795"/>
          </a:xfrm>
          <a:custGeom>
            <a:avLst/>
            <a:gdLst/>
            <a:ahLst/>
            <a:cxnLst/>
            <a:rect r="r" b="b" t="t" l="l"/>
            <a:pathLst>
              <a:path h="2061795" w="2061795">
                <a:moveTo>
                  <a:pt x="0" y="0"/>
                </a:moveTo>
                <a:lnTo>
                  <a:pt x="2061794" y="0"/>
                </a:lnTo>
                <a:lnTo>
                  <a:pt x="2061794" y="2061795"/>
                </a:lnTo>
                <a:lnTo>
                  <a:pt x="0" y="206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E5571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5726" y="-73480"/>
            <a:ext cx="18459452" cy="10433959"/>
            <a:chOff x="0" y="0"/>
            <a:chExt cx="4861749" cy="2748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61749" cy="2748039"/>
            </a:xfrm>
            <a:custGeom>
              <a:avLst/>
              <a:gdLst/>
              <a:ahLst/>
              <a:cxnLst/>
              <a:rect r="r" b="b" t="t" l="l"/>
              <a:pathLst>
                <a:path h="2748039" w="4861749">
                  <a:moveTo>
                    <a:pt x="0" y="0"/>
                  </a:moveTo>
                  <a:lnTo>
                    <a:pt x="4861749" y="0"/>
                  </a:lnTo>
                  <a:lnTo>
                    <a:pt x="4861749" y="2748039"/>
                  </a:lnTo>
                  <a:lnTo>
                    <a:pt x="0" y="2748039"/>
                  </a:lnTo>
                  <a:close/>
                </a:path>
              </a:pathLst>
            </a:custGeom>
            <a:solidFill>
              <a:srgbClr val="000000">
                <a:alpha val="6588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61749" cy="2786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4373" y="10360480"/>
            <a:ext cx="1825362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85726" y="10258534"/>
            <a:ext cx="18373726" cy="28466"/>
          </a:xfrm>
          <a:prstGeom prst="line">
            <a:avLst/>
          </a:prstGeom>
          <a:ln cap="flat" w="38100">
            <a:solidFill>
              <a:srgbClr val="E5571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8075191" y="857250"/>
            <a:ext cx="2137618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5F5F5"/>
                </a:solidFill>
                <a:latin typeface="Barlow"/>
                <a:ea typeface="Barlow"/>
                <a:cs typeface="Barlow"/>
                <a:sym typeface="Barlow"/>
              </a:rPr>
              <a:t>Ideia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9395" y="2120899"/>
            <a:ext cx="2729210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Infância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80512" y="3025775"/>
            <a:ext cx="1526977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2019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2197" y="0"/>
            <a:ext cx="2061795" cy="2061795"/>
          </a:xfrm>
          <a:custGeom>
            <a:avLst/>
            <a:gdLst/>
            <a:ahLst/>
            <a:cxnLst/>
            <a:rect r="r" b="b" t="t" l="l"/>
            <a:pathLst>
              <a:path h="2061795" w="2061795">
                <a:moveTo>
                  <a:pt x="0" y="0"/>
                </a:moveTo>
                <a:lnTo>
                  <a:pt x="2061794" y="0"/>
                </a:lnTo>
                <a:lnTo>
                  <a:pt x="2061794" y="2061795"/>
                </a:lnTo>
                <a:lnTo>
                  <a:pt x="0" y="206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E5571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5726" y="-73480"/>
            <a:ext cx="18459452" cy="10433959"/>
            <a:chOff x="0" y="0"/>
            <a:chExt cx="4861749" cy="2748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61749" cy="2748039"/>
            </a:xfrm>
            <a:custGeom>
              <a:avLst/>
              <a:gdLst/>
              <a:ahLst/>
              <a:cxnLst/>
              <a:rect r="r" b="b" t="t" l="l"/>
              <a:pathLst>
                <a:path h="2748039" w="4861749">
                  <a:moveTo>
                    <a:pt x="0" y="0"/>
                  </a:moveTo>
                  <a:lnTo>
                    <a:pt x="4861749" y="0"/>
                  </a:lnTo>
                  <a:lnTo>
                    <a:pt x="4861749" y="2748039"/>
                  </a:lnTo>
                  <a:lnTo>
                    <a:pt x="0" y="2748039"/>
                  </a:lnTo>
                  <a:close/>
                </a:path>
              </a:pathLst>
            </a:custGeom>
            <a:solidFill>
              <a:srgbClr val="000000">
                <a:alpha val="6588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61749" cy="2786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4373" y="10360480"/>
            <a:ext cx="1825362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85726" y="10258534"/>
            <a:ext cx="18373726" cy="28466"/>
          </a:xfrm>
          <a:prstGeom prst="line">
            <a:avLst/>
          </a:prstGeom>
          <a:ln cap="flat" w="38100">
            <a:solidFill>
              <a:srgbClr val="E5571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8075191" y="857250"/>
            <a:ext cx="2137618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5F5F5"/>
                </a:solidFill>
                <a:latin typeface="Barlow"/>
                <a:ea typeface="Barlow"/>
                <a:cs typeface="Barlow"/>
                <a:sym typeface="Barlow"/>
              </a:rPr>
              <a:t>Ideia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9395" y="2120899"/>
            <a:ext cx="2729210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Infância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97371" y="3025775"/>
            <a:ext cx="1526977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2019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03708" y="3025775"/>
            <a:ext cx="6086921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F5F5F5"/>
                </a:solidFill>
                <a:latin typeface="Barlow"/>
                <a:ea typeface="Barlow"/>
                <a:cs typeface="Barlow"/>
                <a:sym typeface="Barlow"/>
              </a:rPr>
              <a:t>Introdução ao RPG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08204" y="3025775"/>
            <a:ext cx="311646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-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2197" y="0"/>
            <a:ext cx="2061795" cy="2061795"/>
          </a:xfrm>
          <a:custGeom>
            <a:avLst/>
            <a:gdLst/>
            <a:ahLst/>
            <a:cxnLst/>
            <a:rect r="r" b="b" t="t" l="l"/>
            <a:pathLst>
              <a:path h="2061795" w="2061795">
                <a:moveTo>
                  <a:pt x="0" y="0"/>
                </a:moveTo>
                <a:lnTo>
                  <a:pt x="2061794" y="0"/>
                </a:lnTo>
                <a:lnTo>
                  <a:pt x="2061794" y="2061795"/>
                </a:lnTo>
                <a:lnTo>
                  <a:pt x="0" y="206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E5571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5726" y="-73480"/>
            <a:ext cx="18459452" cy="10433959"/>
            <a:chOff x="0" y="0"/>
            <a:chExt cx="4861749" cy="2748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61749" cy="2748039"/>
            </a:xfrm>
            <a:custGeom>
              <a:avLst/>
              <a:gdLst/>
              <a:ahLst/>
              <a:cxnLst/>
              <a:rect r="r" b="b" t="t" l="l"/>
              <a:pathLst>
                <a:path h="2748039" w="4861749">
                  <a:moveTo>
                    <a:pt x="0" y="0"/>
                  </a:moveTo>
                  <a:lnTo>
                    <a:pt x="4861749" y="0"/>
                  </a:lnTo>
                  <a:lnTo>
                    <a:pt x="4861749" y="2748039"/>
                  </a:lnTo>
                  <a:lnTo>
                    <a:pt x="0" y="2748039"/>
                  </a:lnTo>
                  <a:close/>
                </a:path>
              </a:pathLst>
            </a:custGeom>
            <a:solidFill>
              <a:srgbClr val="000000">
                <a:alpha val="6588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61749" cy="2786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4373" y="10360480"/>
            <a:ext cx="1825362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85726" y="10258534"/>
            <a:ext cx="18373726" cy="28466"/>
          </a:xfrm>
          <a:prstGeom prst="line">
            <a:avLst/>
          </a:prstGeom>
          <a:ln cap="flat" w="38100">
            <a:solidFill>
              <a:srgbClr val="E5571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8075191" y="857250"/>
            <a:ext cx="2137618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5F5F5"/>
                </a:solidFill>
                <a:latin typeface="Barlow"/>
                <a:ea typeface="Barlow"/>
                <a:cs typeface="Barlow"/>
                <a:sym typeface="Barlow"/>
              </a:rPr>
              <a:t>Ideia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9395" y="2120899"/>
            <a:ext cx="2729210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Infância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97371" y="3025775"/>
            <a:ext cx="1526977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2019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03708" y="3025775"/>
            <a:ext cx="6086921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F5F5F5"/>
                </a:solidFill>
                <a:latin typeface="Barlow"/>
                <a:ea typeface="Barlow"/>
                <a:cs typeface="Barlow"/>
                <a:sym typeface="Barlow"/>
              </a:rPr>
              <a:t>Introdução ao RPG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08204" y="3025775"/>
            <a:ext cx="311646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-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54289" y="4652327"/>
            <a:ext cx="917942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5F5F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TOTALMENTE único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2197" y="0"/>
            <a:ext cx="2061795" cy="2061795"/>
          </a:xfrm>
          <a:custGeom>
            <a:avLst/>
            <a:gdLst/>
            <a:ahLst/>
            <a:cxnLst/>
            <a:rect r="r" b="b" t="t" l="l"/>
            <a:pathLst>
              <a:path h="2061795" w="2061795">
                <a:moveTo>
                  <a:pt x="0" y="0"/>
                </a:moveTo>
                <a:lnTo>
                  <a:pt x="2061794" y="0"/>
                </a:lnTo>
                <a:lnTo>
                  <a:pt x="2061794" y="2061795"/>
                </a:lnTo>
                <a:lnTo>
                  <a:pt x="0" y="206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E5571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5726" y="-73480"/>
            <a:ext cx="18459452" cy="10433959"/>
            <a:chOff x="0" y="0"/>
            <a:chExt cx="4861749" cy="2748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61749" cy="2748039"/>
            </a:xfrm>
            <a:custGeom>
              <a:avLst/>
              <a:gdLst/>
              <a:ahLst/>
              <a:cxnLst/>
              <a:rect r="r" b="b" t="t" l="l"/>
              <a:pathLst>
                <a:path h="2748039" w="4861749">
                  <a:moveTo>
                    <a:pt x="0" y="0"/>
                  </a:moveTo>
                  <a:lnTo>
                    <a:pt x="4861749" y="0"/>
                  </a:lnTo>
                  <a:lnTo>
                    <a:pt x="4861749" y="2748039"/>
                  </a:lnTo>
                  <a:lnTo>
                    <a:pt x="0" y="2748039"/>
                  </a:lnTo>
                  <a:close/>
                </a:path>
              </a:pathLst>
            </a:custGeom>
            <a:solidFill>
              <a:srgbClr val="000000">
                <a:alpha val="6588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61749" cy="2786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4373" y="10360480"/>
            <a:ext cx="1825362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85726" y="10258534"/>
            <a:ext cx="18373726" cy="28466"/>
          </a:xfrm>
          <a:prstGeom prst="line">
            <a:avLst/>
          </a:prstGeom>
          <a:ln cap="flat" w="38100">
            <a:solidFill>
              <a:srgbClr val="E5571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2197" y="0"/>
            <a:ext cx="2061795" cy="2061795"/>
          </a:xfrm>
          <a:custGeom>
            <a:avLst/>
            <a:gdLst/>
            <a:ahLst/>
            <a:cxnLst/>
            <a:rect r="r" b="b" t="t" l="l"/>
            <a:pathLst>
              <a:path h="2061795" w="2061795">
                <a:moveTo>
                  <a:pt x="0" y="0"/>
                </a:moveTo>
                <a:lnTo>
                  <a:pt x="2061794" y="0"/>
                </a:lnTo>
                <a:lnTo>
                  <a:pt x="2061794" y="2061795"/>
                </a:lnTo>
                <a:lnTo>
                  <a:pt x="0" y="206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97446" y="6234748"/>
            <a:ext cx="2493109" cy="2493109"/>
          </a:xfrm>
          <a:custGeom>
            <a:avLst/>
            <a:gdLst/>
            <a:ahLst/>
            <a:cxnLst/>
            <a:rect r="r" b="b" t="t" l="l"/>
            <a:pathLst>
              <a:path h="2493109" w="2493109">
                <a:moveTo>
                  <a:pt x="0" y="0"/>
                </a:moveTo>
                <a:lnTo>
                  <a:pt x="2493108" y="0"/>
                </a:lnTo>
                <a:lnTo>
                  <a:pt x="2493108" y="2493108"/>
                </a:lnTo>
                <a:lnTo>
                  <a:pt x="0" y="2493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75191" y="857250"/>
            <a:ext cx="2137618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5F5F5"/>
                </a:solidFill>
                <a:latin typeface="Barlow"/>
                <a:ea typeface="Barlow"/>
                <a:cs typeface="Barlow"/>
                <a:sym typeface="Barlow"/>
              </a:rPr>
              <a:t>Ideia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79395" y="2120899"/>
            <a:ext cx="2729210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Infância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97371" y="3025775"/>
            <a:ext cx="1526977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2019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03708" y="3025775"/>
            <a:ext cx="6086921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F5F5F5"/>
                </a:solidFill>
                <a:latin typeface="Barlow"/>
                <a:ea typeface="Barlow"/>
                <a:cs typeface="Barlow"/>
                <a:sym typeface="Barlow"/>
              </a:rPr>
              <a:t>Introdução ao RPG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08204" y="3025775"/>
            <a:ext cx="311646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-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54289" y="4652327"/>
            <a:ext cx="917942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5F5F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TOTALMENTE único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E5571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5726" y="-73480"/>
            <a:ext cx="18459452" cy="10433959"/>
            <a:chOff x="0" y="0"/>
            <a:chExt cx="4861749" cy="2748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61749" cy="2748039"/>
            </a:xfrm>
            <a:custGeom>
              <a:avLst/>
              <a:gdLst/>
              <a:ahLst/>
              <a:cxnLst/>
              <a:rect r="r" b="b" t="t" l="l"/>
              <a:pathLst>
                <a:path h="2748039" w="4861749">
                  <a:moveTo>
                    <a:pt x="0" y="0"/>
                  </a:moveTo>
                  <a:lnTo>
                    <a:pt x="4861749" y="0"/>
                  </a:lnTo>
                  <a:lnTo>
                    <a:pt x="4861749" y="2748039"/>
                  </a:lnTo>
                  <a:lnTo>
                    <a:pt x="0" y="2748039"/>
                  </a:lnTo>
                  <a:close/>
                </a:path>
              </a:pathLst>
            </a:custGeom>
            <a:solidFill>
              <a:srgbClr val="000000">
                <a:alpha val="6588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61749" cy="2786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4373" y="10360480"/>
            <a:ext cx="1825362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85726" y="10258534"/>
            <a:ext cx="18373726" cy="28466"/>
          </a:xfrm>
          <a:prstGeom prst="line">
            <a:avLst/>
          </a:prstGeom>
          <a:ln cap="flat" w="38100">
            <a:solidFill>
              <a:srgbClr val="E5571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8075191" y="857250"/>
            <a:ext cx="2137618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5F5F5"/>
                </a:solidFill>
                <a:latin typeface="Barlow"/>
                <a:ea typeface="Barlow"/>
                <a:cs typeface="Barlow"/>
                <a:sym typeface="Barlow"/>
              </a:rPr>
              <a:t>Ideia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9395" y="2120899"/>
            <a:ext cx="2729210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Infância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97371" y="3025775"/>
            <a:ext cx="1526977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2019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03708" y="3025775"/>
            <a:ext cx="6086921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F5F5F5"/>
                </a:solidFill>
                <a:latin typeface="Barlow"/>
                <a:ea typeface="Barlow"/>
                <a:cs typeface="Barlow"/>
                <a:sym typeface="Barlow"/>
              </a:rPr>
              <a:t>Introdução ao RPG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08204" y="3025775"/>
            <a:ext cx="311646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-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24688" y="4567237"/>
            <a:ext cx="3038624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Até 2025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2197" y="0"/>
            <a:ext cx="2061795" cy="2061795"/>
          </a:xfrm>
          <a:custGeom>
            <a:avLst/>
            <a:gdLst/>
            <a:ahLst/>
            <a:cxnLst/>
            <a:rect r="r" b="b" t="t" l="l"/>
            <a:pathLst>
              <a:path h="2061795" w="2061795">
                <a:moveTo>
                  <a:pt x="0" y="0"/>
                </a:moveTo>
                <a:lnTo>
                  <a:pt x="2061794" y="0"/>
                </a:lnTo>
                <a:lnTo>
                  <a:pt x="2061794" y="2061795"/>
                </a:lnTo>
                <a:lnTo>
                  <a:pt x="0" y="206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E5571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5726" y="-73480"/>
            <a:ext cx="18459452" cy="10433959"/>
            <a:chOff x="0" y="0"/>
            <a:chExt cx="4861749" cy="2748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61749" cy="2748039"/>
            </a:xfrm>
            <a:custGeom>
              <a:avLst/>
              <a:gdLst/>
              <a:ahLst/>
              <a:cxnLst/>
              <a:rect r="r" b="b" t="t" l="l"/>
              <a:pathLst>
                <a:path h="2748039" w="4861749">
                  <a:moveTo>
                    <a:pt x="0" y="0"/>
                  </a:moveTo>
                  <a:lnTo>
                    <a:pt x="4861749" y="0"/>
                  </a:lnTo>
                  <a:lnTo>
                    <a:pt x="4861749" y="2748039"/>
                  </a:lnTo>
                  <a:lnTo>
                    <a:pt x="0" y="2748039"/>
                  </a:lnTo>
                  <a:close/>
                </a:path>
              </a:pathLst>
            </a:custGeom>
            <a:solidFill>
              <a:srgbClr val="000000">
                <a:alpha val="6588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61749" cy="2786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4373" y="10360480"/>
            <a:ext cx="1825362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85726" y="10258534"/>
            <a:ext cx="18373726" cy="28466"/>
          </a:xfrm>
          <a:prstGeom prst="line">
            <a:avLst/>
          </a:prstGeom>
          <a:ln cap="flat" w="38100">
            <a:solidFill>
              <a:srgbClr val="E5571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2197" y="0"/>
            <a:ext cx="2061795" cy="2061795"/>
          </a:xfrm>
          <a:custGeom>
            <a:avLst/>
            <a:gdLst/>
            <a:ahLst/>
            <a:cxnLst/>
            <a:rect r="r" b="b" t="t" l="l"/>
            <a:pathLst>
              <a:path h="2061795" w="2061795">
                <a:moveTo>
                  <a:pt x="0" y="0"/>
                </a:moveTo>
                <a:lnTo>
                  <a:pt x="2061794" y="0"/>
                </a:lnTo>
                <a:lnTo>
                  <a:pt x="2061794" y="2061795"/>
                </a:lnTo>
                <a:lnTo>
                  <a:pt x="0" y="206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303371" y="8337986"/>
            <a:ext cx="3681257" cy="1840629"/>
          </a:xfrm>
          <a:custGeom>
            <a:avLst/>
            <a:gdLst/>
            <a:ahLst/>
            <a:cxnLst/>
            <a:rect r="r" b="b" t="t" l="l"/>
            <a:pathLst>
              <a:path h="1840629" w="3681257">
                <a:moveTo>
                  <a:pt x="0" y="0"/>
                </a:moveTo>
                <a:lnTo>
                  <a:pt x="3681258" y="0"/>
                </a:lnTo>
                <a:lnTo>
                  <a:pt x="3681258" y="1840628"/>
                </a:lnTo>
                <a:lnTo>
                  <a:pt x="0" y="1840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59898" y="5595938"/>
            <a:ext cx="3203414" cy="3171380"/>
          </a:xfrm>
          <a:custGeom>
            <a:avLst/>
            <a:gdLst/>
            <a:ahLst/>
            <a:cxnLst/>
            <a:rect r="r" b="b" t="t" l="l"/>
            <a:pathLst>
              <a:path h="3171380" w="3203414">
                <a:moveTo>
                  <a:pt x="0" y="0"/>
                </a:moveTo>
                <a:lnTo>
                  <a:pt x="3203414" y="0"/>
                </a:lnTo>
                <a:lnTo>
                  <a:pt x="3203414" y="3171379"/>
                </a:lnTo>
                <a:lnTo>
                  <a:pt x="0" y="31713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075191" y="857250"/>
            <a:ext cx="2137618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5F5F5"/>
                </a:solidFill>
                <a:latin typeface="Barlow"/>
                <a:ea typeface="Barlow"/>
                <a:cs typeface="Barlow"/>
                <a:sym typeface="Barlow"/>
              </a:rPr>
              <a:t>Ideia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79395" y="2120899"/>
            <a:ext cx="2729210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Infância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97371" y="3025775"/>
            <a:ext cx="1526977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2019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03708" y="3025775"/>
            <a:ext cx="6086921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F5F5F5"/>
                </a:solidFill>
                <a:latin typeface="Barlow"/>
                <a:ea typeface="Barlow"/>
                <a:cs typeface="Barlow"/>
                <a:sym typeface="Barlow"/>
              </a:rPr>
              <a:t>Introdução ao RPG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08204" y="3025775"/>
            <a:ext cx="311646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-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24688" y="4567237"/>
            <a:ext cx="3038624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5F5F5"/>
                </a:solidFill>
                <a:latin typeface="Barlow Bold"/>
                <a:ea typeface="Barlow Bold"/>
                <a:cs typeface="Barlow Bold"/>
                <a:sym typeface="Barlow Bold"/>
              </a:rPr>
              <a:t>Até 2025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7171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373" y="10360480"/>
            <a:ext cx="1825362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85726" y="10258534"/>
            <a:ext cx="18373726" cy="28466"/>
          </a:xfrm>
          <a:prstGeom prst="line">
            <a:avLst/>
          </a:prstGeom>
          <a:ln cap="flat" w="38100">
            <a:solidFill>
              <a:srgbClr val="4E4E4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075191" y="857250"/>
            <a:ext cx="2137618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4E4E4E"/>
                </a:solidFill>
                <a:latin typeface="Barlow"/>
                <a:ea typeface="Barlow"/>
                <a:cs typeface="Barlow"/>
                <a:sym typeface="Barlow"/>
              </a:rPr>
              <a:t>Ideia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79395" y="2120899"/>
            <a:ext cx="2729210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5999">
                <a:solidFill>
                  <a:srgbClr val="4E4E4E"/>
                </a:solidFill>
                <a:latin typeface="Barlow Bold"/>
                <a:ea typeface="Barlow Bold"/>
                <a:cs typeface="Barlow Bold"/>
                <a:sym typeface="Barlow Bold"/>
              </a:rPr>
              <a:t>Infância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97371" y="3025775"/>
            <a:ext cx="1526977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5999">
                <a:solidFill>
                  <a:srgbClr val="4E4E4E"/>
                </a:solidFill>
                <a:latin typeface="Barlow Bold"/>
                <a:ea typeface="Barlow Bold"/>
                <a:cs typeface="Barlow Bold"/>
                <a:sym typeface="Barlow Bold"/>
              </a:rPr>
              <a:t>2019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03708" y="3025775"/>
            <a:ext cx="6086921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4E4E4E"/>
                </a:solidFill>
                <a:latin typeface="Barlow"/>
                <a:ea typeface="Barlow"/>
                <a:cs typeface="Barlow"/>
                <a:sym typeface="Barlow"/>
              </a:rPr>
              <a:t>Introdução ao RPG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08204" y="3025775"/>
            <a:ext cx="311646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5999">
                <a:solidFill>
                  <a:srgbClr val="4E4E4E"/>
                </a:solidFill>
                <a:latin typeface="Barlow Bold"/>
                <a:ea typeface="Barlow Bold"/>
                <a:cs typeface="Barlow Bold"/>
                <a:sym typeface="Barlow Bold"/>
              </a:rPr>
              <a:t>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4688" y="4567237"/>
            <a:ext cx="3038624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5999">
                <a:solidFill>
                  <a:srgbClr val="4E4E4E"/>
                </a:solidFill>
                <a:latin typeface="Barlow Bold"/>
                <a:ea typeface="Barlow Bold"/>
                <a:cs typeface="Barlow Bold"/>
                <a:sym typeface="Barlow Bold"/>
              </a:rPr>
              <a:t>Até 2025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5754" y="4274503"/>
            <a:ext cx="1479649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Não é Fácil fazer um RPG!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197" y="0"/>
            <a:ext cx="2061795" cy="2061795"/>
          </a:xfrm>
          <a:custGeom>
            <a:avLst/>
            <a:gdLst/>
            <a:ahLst/>
            <a:cxnLst/>
            <a:rect r="r" b="b" t="t" l="l"/>
            <a:pathLst>
              <a:path h="2061795" w="2061795">
                <a:moveTo>
                  <a:pt x="0" y="0"/>
                </a:moveTo>
                <a:lnTo>
                  <a:pt x="2061794" y="0"/>
                </a:lnTo>
                <a:lnTo>
                  <a:pt x="2061794" y="2061795"/>
                </a:lnTo>
                <a:lnTo>
                  <a:pt x="0" y="206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459898" y="5595938"/>
            <a:ext cx="3203414" cy="3171380"/>
          </a:xfrm>
          <a:custGeom>
            <a:avLst/>
            <a:gdLst/>
            <a:ahLst/>
            <a:cxnLst/>
            <a:rect r="r" b="b" t="t" l="l"/>
            <a:pathLst>
              <a:path h="3171380" w="3203414">
                <a:moveTo>
                  <a:pt x="0" y="0"/>
                </a:moveTo>
                <a:lnTo>
                  <a:pt x="3203414" y="0"/>
                </a:lnTo>
                <a:lnTo>
                  <a:pt x="3203414" y="3171379"/>
                </a:lnTo>
                <a:lnTo>
                  <a:pt x="0" y="31713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303371" y="8337986"/>
            <a:ext cx="3681257" cy="1840629"/>
          </a:xfrm>
          <a:custGeom>
            <a:avLst/>
            <a:gdLst/>
            <a:ahLst/>
            <a:cxnLst/>
            <a:rect r="r" b="b" t="t" l="l"/>
            <a:pathLst>
              <a:path h="1840629" w="3681257">
                <a:moveTo>
                  <a:pt x="0" y="0"/>
                </a:moveTo>
                <a:lnTo>
                  <a:pt x="3681258" y="0"/>
                </a:lnTo>
                <a:lnTo>
                  <a:pt x="3681258" y="1840628"/>
                </a:lnTo>
                <a:lnTo>
                  <a:pt x="0" y="1840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7171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70032" y="4567237"/>
            <a:ext cx="1347936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Site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7171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70032" y="904875"/>
            <a:ext cx="1347936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Site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662362"/>
            <a:ext cx="16230600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395" indent="-647698" lvl="1">
              <a:lnSpc>
                <a:spcPts val="83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9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Informar sobre o que é um RPG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7171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70032" y="904875"/>
            <a:ext cx="1347936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Site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662362"/>
            <a:ext cx="16230600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395" indent="-647698" lvl="1">
              <a:lnSpc>
                <a:spcPts val="83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9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Informar sobre o que é um RPG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567237"/>
            <a:ext cx="16230600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395" indent="-647698" lvl="1">
              <a:lnSpc>
                <a:spcPts val="83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9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Auxiliar na criação de sistema próprios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7171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70032" y="904875"/>
            <a:ext cx="1347936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Site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662362"/>
            <a:ext cx="16230600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395" indent="-647698" lvl="1">
              <a:lnSpc>
                <a:spcPts val="83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9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Informar sobre o que é um RPG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567237"/>
            <a:ext cx="16230600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395" indent="-647698" lvl="1">
              <a:lnSpc>
                <a:spcPts val="83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9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Auxiliar na criação de sistema próprios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472113"/>
            <a:ext cx="16230600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395" indent="-647698" lvl="1">
              <a:lnSpc>
                <a:spcPts val="83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9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Poder jogar com amigos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7171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70032" y="904875"/>
            <a:ext cx="1347936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Site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01655" y="4567237"/>
            <a:ext cx="6084689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Acessando o Site!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D070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32724" y="4567237"/>
            <a:ext cx="4222552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Dificuldades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D070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32724" y="904875"/>
            <a:ext cx="4222552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Dificuldades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D300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35613" y="4567237"/>
            <a:ext cx="5616773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Agradecimentos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D300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35613" y="904875"/>
            <a:ext cx="5616773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Agradecimentos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DAHJZ3EBKeI</dc:identifier>
  <dcterms:modified xsi:type="dcterms:W3CDTF">2011-08-01T06:04:30Z</dcterms:modified>
  <cp:revision>1</cp:revision>
  <dc:title>RPG-Reimagine</dc:title>
</cp:coreProperties>
</file>